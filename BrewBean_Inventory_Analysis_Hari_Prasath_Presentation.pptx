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75488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BrewBean Inventory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14884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D2DCE6"/>
                </a:solidFill>
              </a:defRPr>
            </a:pPr>
            <a:r>
              <a:t>Data Analyst / Computer Science and Engineering</a:t>
            </a:r>
          </a:p>
          <a:p>
            <a:pPr>
              <a:spcAft>
                <a:spcPts val="900"/>
              </a:spcAft>
              <a:defRPr sz="2000">
                <a:solidFill>
                  <a:srgbClr val="D2DCE6"/>
                </a:solidFill>
              </a:defRPr>
            </a:pPr>
            <a:r>
              <a:t>Hari Prasath S</a:t>
            </a:r>
          </a:p>
          <a:p>
            <a:pPr>
              <a:spcAft>
                <a:spcPts val="900"/>
              </a:spcAft>
              <a:defRPr sz="2000">
                <a:solidFill>
                  <a:srgbClr val="D2DCE6"/>
                </a:solidFill>
              </a:defRPr>
            </a:pPr>
            <a:r>
              <a:t>Inzovate Technologies Private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160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0CDCD"/>
                </a:solidFill>
              </a:defRPr>
            </a:pPr>
            <a:r>
              <a:t>Inventory performance • stock health • wastage • reorder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rPr dirty="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rPr dirty="0"/>
              <a:t>• This project analyzes </a:t>
            </a:r>
            <a:r>
              <a:rPr dirty="0" err="1"/>
              <a:t>BrewBean</a:t>
            </a:r>
            <a:r>
              <a:rPr dirty="0"/>
              <a:t> outlet-level inventory data to understand stock movement and inventory health.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rPr dirty="0"/>
              <a:t>• The analysis combines stock received, units sold, wastage, closing stock, reorder levels and supplier lead time.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rPr dirty="0"/>
              <a:t>• The project was selected to demonstrate practical data-analytics skills and convert raw inventory data into business insights.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rPr dirty="0"/>
              <a:t>• The final output supports faster identification of stock shortages, excess stock risk and wastage.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2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RAW INVENTORY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500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73152" cy="14173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REORDER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132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E0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WASTAGE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1,149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Manual review of hundreds of outlet-product records makes stock exceptions difficult to identify.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Some transactions show units sold above opening plus received stock, indicating utilization above 100% and requiring operational review.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The business needs a structured way to monitor reorder requirements, wastage and closing stock.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Clean and validate the inventory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Measure total stock received, units sold, wastage and closing stock.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Identify products/outlets that require immediate replenishment.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Compare inventory performance across outlets and product categories.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Build KPI-driven analysis that can support inventory decisions.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Present clear business recommendations from the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Dataset / 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5603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2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5603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73152" cy="128016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139903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OUTLETS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1737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603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280160"/>
          </a:xfrm>
          <a:prstGeom prst="rect">
            <a:avLst/>
          </a:prstGeom>
          <a:solidFill>
            <a:srgbClr val="E0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737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234440"/>
            <a:ext cx="25603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0" y="1234440"/>
            <a:ext cx="73152" cy="1280160"/>
          </a:xfrm>
          <a:prstGeom prst="rect">
            <a:avLst/>
          </a:prstGeom>
          <a:solidFill>
            <a:srgbClr val="2A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39903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737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Source: BrewBean Inventory workbook supplied for the project.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Important columns: Inventory_ID, Outlet_ID, Product_ID, Opening_Stock, Received_Stock, Units_Sold, Closing_Stock, Wastage, Reorder_Level, Inventory_Status and Supplier_Lead_Time_Days.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The workbook contains 10 outlets × 50 products = 500 outlet-product inventory lines.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There is no date field in the inventory sheet, so a true monthly/date-wise trend was not calculated.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377440" cy="9601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73152" cy="960120"/>
          </a:xfrm>
          <a:prstGeom prst="rect">
            <a:avLst/>
          </a:prstGeom>
          <a:solidFill>
            <a:srgbClr val="2A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399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7373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344168"/>
            <a:ext cx="7863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</a:defRPr>
            </a:pPr>
            <a:r>
              <a:t>Data storage, cleaning checks, formulas, pivot-style analysis and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2377440" cy="9601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73152" cy="960120"/>
          </a:xfrm>
          <a:prstGeom prst="rect">
            <a:avLst/>
          </a:prstGeom>
          <a:solidFill>
            <a:srgbClr val="2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542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PYTHON /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803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487168"/>
            <a:ext cx="7863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</a:defRPr>
            </a:pPr>
            <a:r>
              <a:t>Data validation, aggregation and analytical calculations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0440"/>
            <a:ext cx="2377440" cy="9601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520440"/>
            <a:ext cx="73152" cy="96012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685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0233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3630168"/>
            <a:ext cx="7863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</a:defRPr>
            </a:pPr>
            <a:r>
              <a:t>Dashboard and interactive business visualization approach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63440"/>
            <a:ext cx="2377440" cy="96012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663440"/>
            <a:ext cx="73152" cy="960120"/>
          </a:xfrm>
          <a:prstGeom prst="rect">
            <a:avLst/>
          </a:prstGeom>
          <a:solidFill>
            <a:srgbClr val="E0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828031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16635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4773168"/>
            <a:ext cx="7863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D37"/>
                </a:solidFill>
              </a:defRPr>
            </a:pPr>
            <a:r>
              <a:t>Can be used for structured inventory queries and operational reporting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Data Cleaning /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4688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2A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DUPLICATE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4688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73152" cy="1234440"/>
          </a:xfrm>
          <a:prstGeom prst="rect">
            <a:avLst/>
          </a:prstGeom>
          <a:solidFill>
            <a:srgbClr val="2A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3990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BLANK CORE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34440"/>
            <a:ext cx="24688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234440"/>
            <a:ext cx="73152" cy="1234440"/>
          </a:xfrm>
          <a:prstGeom prst="rect">
            <a:avLst/>
          </a:prstGeom>
          <a:solidFill>
            <a:srgbClr val="2A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13990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INVALID LEAD TIMES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234440"/>
            <a:ext cx="24688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1234440"/>
            <a:ext cx="73152" cy="1234440"/>
          </a:xfrm>
          <a:prstGeom prst="rect">
            <a:avLst/>
          </a:prstGeom>
          <a:solidFill>
            <a:srgbClr val="E0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13990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REVIEW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10424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No duplicate Inventory_ID or duplicate Outlet_ID + Product_ID combinations were found.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Core stock, wastage, reorder-level and lead-time fields were complete and numeric.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64 records had units sold greater than opening + received stock and were flagged for review.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65 records produced negative calculated closing stock; adjusted closing stock was used for safe inventory totals.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Remarks were retained as operational notes such as “Restock immediately”.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Analysis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Inventory Available = Opening Stock + Received Stock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Stock Utilization = Units Sold ÷ Inventory Available × 100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Wastage Rate = Wastage ÷ Inventory Available × 100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Reorder Status was evaluated using the source inventory status and reorder level.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Outlet and category aggregations were used to compare sales, wastage and closing stock.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Exception records were separated for operational review instead of being silently removed.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Dashboard /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Key KPIs from the cleaned inventory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14884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73152" cy="1325880"/>
          </a:xfrm>
          <a:prstGeom prst="rect">
            <a:avLst/>
          </a:prstGeom>
          <a:solidFill>
            <a:srgbClr val="2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5331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TOTAL UNITS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9164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44,572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188720"/>
            <a:ext cx="214884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80360" y="1188720"/>
            <a:ext cx="73152" cy="1325880"/>
          </a:xfrm>
          <a:prstGeom prst="rect">
            <a:avLst/>
          </a:prstGeom>
          <a:solidFill>
            <a:srgbClr val="E0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1528" y="135331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TOTAL WASTAGE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169164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1,149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188720"/>
            <a:ext cx="214884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60" y="1188720"/>
            <a:ext cx="73152" cy="132588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67528" y="135331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CLOSING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69164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33,083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188720"/>
            <a:ext cx="214884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1188720"/>
            <a:ext cx="73152" cy="132588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135331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REORDER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169164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188720"/>
            <a:ext cx="182880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38360" y="1188720"/>
            <a:ext cx="73152" cy="1325880"/>
          </a:xfrm>
          <a:prstGeom prst="rect">
            <a:avLst/>
          </a:prstGeom>
          <a:solidFill>
            <a:srgbClr val="2A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39528" y="135331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WASTAGE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69164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1.5%</a:t>
            </a:r>
          </a:p>
        </p:txBody>
      </p:sp>
      <p:pic>
        <p:nvPicPr>
          <p:cNvPr id="25" name="Picture 24" descr="invent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6400800" cy="3246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98079" y="29718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Inventory available: 77,113 units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Overall utilization: 57.8%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Reorder rate: 26.4% of inventory lines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Dashboard focus: sales movement, wastage, closing stock and replenishment.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Analysis Results</a:t>
            </a:r>
          </a:p>
        </p:txBody>
      </p:sp>
      <p:pic>
        <p:nvPicPr>
          <p:cNvPr id="4" name="Picture 3" descr="outle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4480560"/>
          </a:xfrm>
          <a:prstGeom prst="rect">
            <a:avLst/>
          </a:prstGeom>
        </p:spPr>
      </p:pic>
      <p:pic>
        <p:nvPicPr>
          <p:cNvPr id="5" name="Picture 4" descr="categor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5321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715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436"/>
                </a:solidFill>
              </a:defRPr>
            </a:pPr>
            <a:r>
              <a:t>Top outlet by units sold: OUT001 (5,554 units)   |   Top category: Coffee (3,809 units)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8328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2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HIGHEST SALES OUTLET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OUT001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73152" cy="1325880"/>
          </a:xfrm>
          <a:prstGeom prst="rect">
            <a:avLst/>
          </a:prstGeom>
          <a:solidFill>
            <a:srgbClr val="E0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HIGHEST WASTAGE OUTLET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3736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OUT010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8328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73152" cy="132588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9903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07D"/>
                </a:solidFill>
              </a:defRPr>
            </a:pPr>
            <a:r>
              <a:t>HIGHEST CLOSING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73736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436"/>
                </a:solidFill>
              </a:defRPr>
            </a:pPr>
            <a:r>
              <a:t>OUT007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7180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OUT001 recorded the highest units sold at 5,554 units.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OUT010 recorded the highest wastage at 124 units, making it a priority for wastage review.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OUT007 holds the highest closing stock at 3,841 units; stock turnover should be monitored.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132 of 500 inventory lines (26.4%) are marked Reorder Required.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</a:defRPr>
            </a:pPr>
            <a:r>
              <a:t>• Total wastage is 1,149 units, equal to approximately 1.5% of opening + received stock.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Prioritize replenishment for the 132 reorder-required inventory lines.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Investigate the 64 over-utilization records with outlet teams; confirm whether receipts were recorded late or incompletely.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Review the 65 negative calculated closing-stock exceptions and reconcile missing stock movements.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Monitor the outlets with higher wastage and identify causes such as over-ordering, storage issues or product handling.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Use reorder levels and supplier lead time together to plan replenishment earlier.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• Add transaction dates and supplier names in future data collection to enable monthly trends, supplier performance and forecast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43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The project transformed 500 inventory records into a structured view of sales movement, stock levels, wastage and reorder requirements.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The analysis identified 44,572 units sold, 1,149 wastage units, 33,083 closing-stock units and 132 reorder-required lines.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Data validation helped separate clean records from operational exceptions that need business review.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The project strengthened practical skills in Excel-based data cleaning, KPI analysis, aggregation, dashboard thinking and business storytelling.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The same approach can be extended with dated transactions for forecasting and advanced inventory optimization.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BrewBean Inventory Analysis  |  Hari Prasath 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AAD7D7"/>
                </a:solidFill>
              </a:defRPr>
            </a:pPr>
            <a: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DD7E1"/>
                </a:solidFill>
              </a:defRPr>
            </a:pPr>
            <a:r>
              <a:t>Hari Prasath S  |  Data Analyst / CSE  |  Inzovate Technologies Private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1075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HARI PRASATH S</cp:lastModifiedBy>
  <cp:revision>3</cp:revision>
  <dcterms:created xsi:type="dcterms:W3CDTF">2013-01-27T09:14:16Z</dcterms:created>
  <dcterms:modified xsi:type="dcterms:W3CDTF">2026-10-07T12:07:34Z</dcterms:modified>
  <cp:category/>
</cp:coreProperties>
</file>